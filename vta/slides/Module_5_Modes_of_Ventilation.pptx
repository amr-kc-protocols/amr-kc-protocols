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Modes of Ventilation. Volume targeted, pressure targeted, and the partnerships in between. Pick the mode the patient needs — not the mode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vent breath guarantees one thing and lets the other float — like inflating a tire: pump to a set volume of air and the pressure lands where it lands, or pump to a set pressure and the volume lands where it lands. You never get to fix both at once.
Volume-targeted (AC/VC): you set Vt — vent delivers it. PRESSURE varies with lung compliance. Most EMS default. Watch PIP / Pplat.
Pressure-targeted (AC/PC): you set inspiratory pressure — vent delivers it. VOLUME varies. Pressure capped, so barotrauma risk lower. Watch delivered Vt.
Trade-off: AC/VC gives predictable minute ventilation but variable pressure. AC/PC caps pressure but volume floats with stiffness.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does NOT mean the patient is locked out. In AC mode, the patient can trigger their own breaths above the set rate.
AC guarantees a MINIMUM number of breaths per minute (set by RR). Patient-triggered breaths receive the full set Vt (or pressure) too. No "small supportive" breaths in pure AC.
Historical note: the original mode was CMV (Continuous Mandatory Ventilation) — patient locked out completely. AC came along to allow triggering, dramatically improving comfort.
Tachypneic patient on AC can stack breaths and develop auto-PEEP. Fix the cause of tachypnea (sedation, pain, hypoxia) — don't just lower the set rate.
PEARL — Pure AC = full breath every time: There are no small supportive breaths in AC. Every triggered breath gets the full set Vt.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Synchronized Intermittent Mandatory Ventilation: vent delivers a SET rate of mandatory breaths. Between mandatory breaths, the patient breathes spontaneously at any volume. Often paired with Pressure Support for the spontaneous breaths.
Originally designed as a weaning mode — set rate decreased as the patient improved. Intuitive but not supported by evidence.
Esteban et al. (NEJM 1995) randomized weaning strategies. SIMV was the SLOWEST of four methods. Once-daily T-piece trials and PSV alone produced faster extubation. Most modern ICUs no longer use SIMV.
Pressure Support (PSV): vent senses spontaneous effort and adds a fixed pressure (5–15 cmH₂O). Compensates for ETT/circuit resistance (~5) or actively unloads the diaphragm (10–15). Inspiration cycles when flow drops to ~25% of peak.
EVIDENCE — Esteban 1995: T-piece and PSV both produced faster weaning than SIMV. Modern ICUs use spontaneous breathing trials, not SIMV gradual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CPAP: ONE pressure throughout the breath. Patient does all the work. Best for OXYGENATION problems (CHF, acute pulmonary edema). Mechanism: pushes alveolar fluid into capillaries, reduces preload + LV afterload. Start 5–10 cmH₂O / FiO₂ 100%.
Bersten et al. (NEJM 1991): in cardiogenic pulmonary edema, CPAP eliminated intubation in the treated arm. Cochrane: NNT 4–7 to prevent intubation.
BiPAP: TWO pressures (IPAP / EPAP). IPAP − EPAP = pressure support per breath. Best for VENTILATION problems (COPD with hypercapnia). Mechanism: EPAP overcomes auto-PEEP; IPAP unloads tired diaphragm. Start IPAP 10 / EPAP 5.
Brochard et al. (NEJM 1995): in COPD exacerbation with hypercapnia, BiPAP reduced intubation from 74% to 26% and mortality from 29% to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Pressure-Regulated Volume Control: a HYBRID. You set a Vt target; the vent delivers it using the LOWEST pressure required, measuring compliance breath-by-breath. Best of both worlds — volume guaranteed, pressure capped.
Vendor names differ: Drager AutoFlow, Servo PRVC, Hamilton ASV-like — all variations on the same idea.
The LTV 1200 does NOT natively offer PRVC. If you inherit a patient on PRVC from a sending facility, coordinate with the team, then switch to AC/VC (matching Vt and RR) or AC/PC. Watch PIP closely after the change.
APRV (Airway Pressure Release Ventilation) — used in refractory ARDS. NAVA (Neurally Adjusted Ventilatory Assist) — ICU-level synchrony. HFOV — once a rescue, OSCILLATE (NEJM 2013) showed harm. All beyond EMS scope but worth recognizing.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is the patient and the machine fighting over who leads the breath — pushing and pulling at different moments, like two people trying to row out of step. It affects ~25% of vented patients (Blanch, Intensive Care Med 2015) and raises work of breathing, sedation needs, and mortality.
Trigger sensitivity controls how easily the patient initiates a breath. Pressure trigger (−1 to −2 cmH₂O) is the common default. Flow trigger (1–3 L/min) is more responsive. Too sensitive → auto-cycling from circuit motion. Not sensitive enough → patient struggles.
Inspiratory rise time: how fast the pressure ramps up at the start of inspiration (pressure-targeted modes). Faster rise (0.1–0.2 sec) feels powerful but can jolt awake patients. Slower (0.4–0.6 sec) is gentler but can feel like flow starvation in dyspneic patients.
EMS bedside fix for most dyssynchrony: deepen sedation, ensure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vent-ltv1200.html?scenario=niv-setup" TargetMode="External"/><Relationship Id="rId2" Type="http://schemas.openxmlformats.org/officeDocument/2006/relationships/hyperlink" Target="vent-ltv1200.html?scenario=niv-setup"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5</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5</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Modes of Ventilation</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Volume targeted, pressure targeted, and the partnerships in between. Pick the mode the patient needs — not the mode you remember.</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Targeting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Volume vs Pressure Targeting</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Assist-Control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"Control" Really Means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SIMV &amp; Pressure Support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SIMV and Why It Fell Out of Favor</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Modes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PRVC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PRVC and Newer Modes</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Trigger Sensitivity &amp; Inspiratory Rise Time</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5.1 · Targeting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Volume vs Pressure Targeting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vent breath guarantees one thing and lets the other float — like inflating a tire: pump to a set volume of air and the pressure lands where it lands, or pump to a set pressure and the volume lands where it lands.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Volume-targeted (AC/VC): you set Vt — vent delivers it. PRESSURE varies with lung compliance. Most EMS default. Watch PIP / Pplat.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Pressure-targeted (AC/PC): you set inspiratory pressure — vent delivers it. VOLUME varies. Pressure capped, so barotrauma risk lower. Watch delivered Vt.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Trade-off: AC/VC gives predictable minute ventilation but variable pressure. AC/PC caps pressure but volume floats with stiffness.</a:t>
            </a:r>
            <a:endParaRPr lang="en-US" sz="1550" dirty="0"/>
          </a:p>
        </p:txBody>
      </p:sp>
      <p:pic>
        <p:nvPicPr>
          <p:cNvPr id="6" name="Image 0" descr="/tmp/claude-0/-home-user-amr-kc-protocols/883711fe-5eaa-500f-ae13-4d63d2ddcc7e/scratchpad/pngs/volpress.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5.2 · Assist-Control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"Control" Really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"Control" does NOT mean the patient is locked out. In AC mode, the patient can trigger their own breaths above the set rate.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 guarantees a MINIMUM number of breaths per minute (set by RR). Patient-triggered breaths receive the full set Vt (or pressure) too. No "small supportive" breaths in pure AC.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Historical note: the original mode was CMV (Continuous Mandatory Ventilation) — patient locked out completely. AC came along to allow triggering, dramatically improving comfort.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Tachypneic patient on AC can stack breaths and develop auto-PEEP. Fix the cause of tachypnea (sedation, pain, hypoxia) — don't just lower the set rate.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Pure AC = full breath every time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There are no small supportive breaths in AC. Every triggered breath gets the full set Vt.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5.3 · SIMV &amp; Pressure Support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SIMV and Why It Fell Out of Favor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Synchronized Intermittent Mandatory Ventilation: vent delivers a SET rate of mandatory breaths. Between mandatory breaths, the patient breathes spontaneously at any volume.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Originally designed as a weaning mode — set rate decreased as the patient improved. Intuitive but not supported by evidence.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Esteban et al. (NEJM 1995) randomized weaning strategies. SIMV was the SLOWEST of four methods. Once-daily T-piece trials and PSV alone produced faster extubation. Most modern ICUs no longer use SIMV.</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 Support (PSV): vent senses spontaneous effort and adds a fixed pressure (5–15 cmH₂O). Compensates for ETT/circuit resistance (~5) or actively unloads the diaphragm (10–15).</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Esteban 1995</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T-piece and PSV both produced faster weaning than SIMV. Modern ICUs use spontaneous breathing trials, not SIMV gradual taper.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5.4 · NIV Modes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CPAP: ONE pressure throughout the breath. Patient does all the work. Best for OXYGENATION problems (CHF, acute pulmonary edema).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Bersten et al. (NEJM 1991): in cardiogenic pulmonary edema, CPAP eliminated intubation in the treated arm. Cochrane: NNT 4–7 to prevent intubation.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BiPAP: TWO pressures (IPAP / EPAP). IPAP − EPAP = pressure support per breath. Best for VENTILATION problems (COPD with hypercapnia). Mechanism: EPAP overcomes auto-PEEP; IPAP unloads tired diaphragm.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Brochard et al. (NEJM 1995): in COPD exacerbation with hypercapnia, BiPAP reduced intubation from 74% to 26% and mortality from 29% to 9%.</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5.5 · PRVC</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PRVC and Newer Modes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Pressure-Regulated Volume Control: a HYBRID. You set a Vt target; the vent delivers it using the LOWEST pressure required, measuring compliance breath-by-breath.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Vendor names differ: Drager AutoFlow, Servo PRVC, Hamilton ASV-like — all variations on the same idea.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LTV 1200 does NOT natively offer PRVC. If you inherit a patient on PRVC from a sending facility, coordinate with the team, then switch to AC/VC (matching Vt and RR) or AC/PC.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APRV (Airway Pressure Release Ventilation) — used in refractory ARDS. NAVA (Neurally Adjusted Ventilatory Assist) — ICU-level synchrony. HFOV — once a rescue, OSCILLATE (NEJM 2013) showed harm.</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5.6 · 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Trigger Sensitivity &amp; Inspiratory Rise Time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is the patient and the machine fighting over who leads the breath — pushing and pulling at different moments, like two people trying to row out of step.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Trigger sensitivity controls how easily the patient initiates a breath. Pressure trigger (−1 to −2 cmH₂O) is the common default. Flow trigger (1–3 L/min) is more responsive.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Inspiratory rise time: how fast the pressure ramps up at the start of inspiration (pressure-targeted modes). Faster rise (0.1–0.2 sec) feels powerful but can jolt awake patients.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analgesia, check trigger settings.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Mode</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AC/VC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Inherited Patient on PRVC</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54-year-old female, 5'5" (IBW ~57 kg). ARDS day 1 from urosepsis. On…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vent-ltv1200.html?scenario=niv-setup  —  Pick and set the right mode for an awake CHF patient — non-invasive CPAP before the…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Pure AC = full breath every time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There are no small supportive breaths in AC. Every triggered breath gets the full set Vt.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Targeting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Volume vs Pressure Targeting</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SIMV &amp; Pressure Support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SIMV and Why It Fell Out of Favor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NIV Modes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CPAP vs BiPAP</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2026-07-27T22:27:21Z</dcterms:created>
  <dcterms:modified xsi:type="dcterms:W3CDTF">2026-07-27T22:27:21Z</dcterms:modified>
</cp:coreProperties>
</file>