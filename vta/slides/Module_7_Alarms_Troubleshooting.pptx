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7: Alarms &amp; Troubleshooting. Every alarm is information. DOPE is the universal algorithm. The 10-second rule is non-negotiable.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Alarms are NOT nuisances. They are information about a deteriorating system. Two kinds: equipment alarms (machine problem) and patient alarms (patient problem). Some are both.
The cardinal rule: READ the alarm before you SILENCE it. Silencing an alarm without identifying the cause is a sentinel-level safety event, documented in nearly every transport-service incident review.
Silence gives you 60 seconds of quiet to fix. Not 60 seconds to ignore. After 60 sec, if the problem persists, the alarm re-fires.
Build the habit: read first, silence second, fix third, document fourth. Train it until it's automatic.
PEARL — Sentinel error: Silencing without investigating is the #1 contributor to adverse vent events in transport. Don't let muscle memory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common cause of sudden vent crisis in transport. Movement during loading, lifting, transferring between gurney and aircraft, or a road bump can dislodge an ETT.
Confirm depth: marking at the lip should match what was secured (21 cm women, 23 cm men typically).
Confirm capnography: a sudden drop to zero is dislodgement until proven otherwise.
Auscultate: equal bilateral breath sounds. Right-only = mainstem migration. Absent or epigastric = esophageal or completely out.
If the tube is out, bag with BVM + mask while preparing to re-intubate. Verify depth AGAIN after every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Tube patent in position but blocked. Causes: mucus plug (most common in post-arrest, post-aspiration, COPD), biting on the tube, condensation pooled in dependent loop, kinked tube, over-inflated cuff herniating into lumen.
Pass a suction catheter. This is BOTH diagnostic AND therapeutic. If it passes easily and brings back secretions, you've solved the problem.
If suction passes but doesn't clear secretions, consider bronchodilator or repositioning.
If suction doesn't pass — you have a fixed obstruction or dislodgement. Disconnect and bag while investigating.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Sudden rise in PIP, often with falling SpO₂ and BP. Decreased or absent breath sounds on the affected side. Tracheal deviation away from the affected side (LATE).
Hyperresonance to percussion of the affected side. JVD + hemodynamic compromise = TENSION pneumothorax. Clinical diagnosis at the bedside, not waiting for imaging.
Decompress per protocol: needle thoracostomy at the 2nd ICS midclavicular OR 4th–5th ICS midaxillary. Then chest seal / tube as appropriate.
High-risk populations: asthma/COPD on positive pressure, trauma, recent central line placement. Suspect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Machine is the problem. Causes: disconnected circuit (most often exhalation valve drive line), failed sensor or transducer, silent battery switch, O₂ source disconnect, software hang, loose ETT cuff.
Universal answer: DISCONNECT FROM THE VENT AND BAG WITH 100% O₂. The bag tells you whether the problem is patient or machine.
Easy bag + sat rises = vent problem. Troubleshoot vent off-patient. Hard bag = patient problem — apply DOPE (D, O, or P).
Bagging is rarely the wrong answer. It is diagnostic AND therapeutic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cannot identify and fix an alarm in 10 seconds, disconnect from the ventilator and bag with 100% oxygen. Then troubleshoot.
Vented patients deteriorate fast — sats can drop 20 points in two minutes of failed ventilation. Bagging buys time.
The bag gives you something the vent cannot: direct hands-on feedback. You feel resistance. You see chest rise. You CONFIRM gas exchange.
If bagging is easy and sat comes up, the problem is the machine. If bagging is hard, the problem is the patient — DOPE. Bagging is rarely the wrong answer.
PEARL — 10 seconds, then bag: If you're hesitating past 10 seconds, you're losing time. Disconnect and bag. Troubleshoot with confidence that the patient is being ventilated.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affects ~25% of vented patients (Blanch, ICM 2015). Four patterns:
Trigger asynchrony: patient effort doesn't initiate a breath. Fix: increase trigger sensitivity (flow trigger if available).
Flow asynchrony: vent flow doesn't match patient demand. Fix: increase peak flow or shorten inspiratory time.
Double triggering: patient effort outlasts inspiration; second breath stacks immediately. Fix: lengthen inspiratory time, deepen sedation, treat air hunger.
EMS bedside fix for most dyssynchrony: deepen sedation, ensure adequate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7</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7</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Alarms &amp; Troubleshooting</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Every alarm is information. DOPE is the universal algorithm. The 10-second rule is non-negotiable.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Day 2 · Application</a:t>
            </a:r>
            <a:pPr indent="0" marL="0">
              <a:buNone/>
            </a:pPr>
            <a:r>
              <a:rPr lang="en-US" sz="1300" dirty="0">
                <a:solidFill>
                  <a:srgbClr val="8AA6C8"/>
                </a:solidFill>
                <a:latin typeface="Calibri" pitchFamily="34" charset="0"/>
                <a:ea typeface="Calibri" pitchFamily="34" charset="-122"/>
                <a:cs typeface="Calibri" pitchFamily="34" charset="-120"/>
              </a:rPr>
              <a:t>   ·   ~55 min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Philosophy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Alarms Are For</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Dislodgement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O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Obstruction</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Pneumothorax</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Equipment Failure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10-Second Rule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to Disconnect and Bag</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Dyssynchrony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the Patient and Vent Argue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7.1 · Philosophy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Alarms Are For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7.1</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Alarms are NOT nuisances.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The cardinal rule: READ the alarm before you SILENCE it.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Silence gives you 60 seconds of quiet to fix.</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Build the habit: read first, silence second, fix third, document fourth.</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Sentinel error</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Silencing without investigating is the #1 contributor to adverse vent events in transport. Don't let muscle memory take over.</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7.2 · D</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Dislodgement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7.2</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Most common cause of sudden vent crisis in transport.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Confirm depth: marking at the lip should match what was secured (21 cm women, 23 cm men typically).</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Confirm capnography: a sudden drop to zero is dislodgement until proven otherwise.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Auscultate: equal bilateral breath sounds.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If the tube is out, bag with BVM + mask while preparing to re-intubate.</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7.3 · O</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Obstruction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7.3</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Tube patent in position but blocked.</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Pass a suction catheter.</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If suction passes but doesn't clear secretions, consider bronchodilator or repositioning.</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If suction doesn't pass — you have a fixed obstruction or dislodgement.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7.4 · P</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Pneumothorax</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7.4</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Sudden rise in PIP, often with falling SpO₂ and BP.</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Hyperresonance to percussion of the affected side.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Decompress per protocol: needle thoracostomy at the 2nd ICS midclavicular OR 4th–5th ICS midaxillary.</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High-risk populations: asthma/COPD on positive pressure, trauma, recent central line placement.</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7.5 · 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Equipment Failure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7.5</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Machine is the problem.</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Universal answer: DISCONNECT FROM THE VENT AND BAG WITH 100% O₂.</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Easy bag + sat rises = vent problem.</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Bagging is rarely the wrong answer.</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7.6 · The 10-Second Rule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to Disconnect and Bag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7.6</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If you cannot identify and fix an alarm in 10 seconds, disconnect from the ventilator and bag with 100% oxygen.</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Vented patients deteriorate fast — sats can drop 20 points in two minutes of failed ventilation.</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The bag gives you something the vent cannot: direct hands-on feedback.</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If bagging is easy and sat comes up, the problem is the machine.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10 seconds, then bag</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7.7 · Dyssynchrony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the Patient and Vent Argue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7.7</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Patient-vent dyssynchrony affects ~25% of vented patients (Blanch, ICM 2015).</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Trigger asynchrony: patient effort doesn't initiate a breath.</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Flow asynchrony: vent flow doesn't match patient demand.</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Double triggering: patient effort outlasts inspiration; second breath stacks immediately.</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EMS bedside fix for most dyssynchrony: deepen sedation, ensure adequate analgesia, check trigger settings.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Sort the Signs by DOPE Letter</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8 items · D — Dislodgement · O — Obstruction · P — Pneumothorax · E — Equipment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Run DOPE in 60 Seconds</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27-year-old female, 65 kg IBW, status asthmaticus, intubated 30 min…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p:cNvSpPr/>
          <p:nvPr/>
        </p:nvSpPr>
        <p:spPr>
          <a:xfrm>
            <a:off x="1874520" y="5056632"/>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vent-ltv1200.html?level=2  —  Test yourself on the simulator's clinical scenarios — set alarm limits and correct the…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Sentinel error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Silencing without investigating is the #1 contributor to adverse vent events in transport. Don't let muscle memory take over.</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10 seconds, then bag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Dislodgement</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O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Obstruction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2026-07-26T23:56:28Z</dcterms:created>
  <dcterms:modified xsi:type="dcterms:W3CDTF">2026-07-26T23:56:28Z</dcterms:modified>
</cp:coreProperties>
</file>