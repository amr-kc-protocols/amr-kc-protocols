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secure and monitor the catheter/device per protocol, reassess for re-tensioning, and arrange definitive thoracostomy at the receiving facility. (A chest seal treats an OPEN chest wound — it does not stop an internal air leak.)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level=2" TargetMode="External"/><Relationship Id="rId2" Type="http://schemas.openxmlformats.org/officeDocument/2006/relationships/hyperlink" Target="vent-ltv1200.html?level=2"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 They are information about a deteriorating system. Two kinds: equipment alarms (machine problem) and patient alarms (patient problem). Some are both.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 Silencing an alarm without identifying the cause is a sentinel-level safety event, documented in nearly every transport-service incident review.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 Not 60 seconds to ignore. After 60 sec, if the problem persists, the alarm re-fires.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 Train it until it's automatic.</a:t>
            </a:r>
            <a:endParaRPr lang="en-US" sz="1550" dirty="0"/>
          </a:p>
        </p:txBody>
      </p:sp>
      <p:pic>
        <p:nvPicPr>
          <p:cNvPr id="6" name="Image 0" descr="/tmp/claude-0/-home-user-amr-kc-protocols/883711fe-5eaa-500f-ae13-4d63d2ddcc7e/scratchpad/pngs/dope.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Most common cause of sudden vent crisis in transport. Movement during loading, lifting, transferring between gurney and aircraft, or a road bump can dislodge an ETT.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Auscultate: equal bilateral breath sounds. Right-only = mainstem migration. Absent or epigastric = esophageal or completely out.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If the tube is out, bag with BVM + mask while preparing to re-intubate. Verify depth AGAIN after every transition.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 This is BOTH diagnostic AND therapeutic. If it passes easily and brings back secretions, you've solved the problem.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 Disconnect and bag while investigating.</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 Decreased or absent breath sounds on the affected side. Tracheal deviation away from the affected side (LATE).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 JVD + hemodynamic compromise = TENSION pneumothorax. Clinical diagnosis at the bedside, not waiting for imaging.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 Suspect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 Causes: disconnected circuit (most often exhalation valve drive line), failed sensor or transducer, silent battery switch, O₂ source disconnect, software hang, loose ETT cuff.</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 The bag tells you whether the problem is patient or machine.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 Troubleshoot vent off-patient. Hard bag = patient problem — apply DOPE (D, O, or 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 It is diagnostic AND therapeutic at the same time.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 Then troubleshoot.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 Bagging buys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 You feel resistance. You see chest rise. You CONFIRM gas exchange.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 If bagging is hard, the problem is the patient — DOPE. Bagging is rarely the wrong answer.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Patient-vent dyssynchrony affects ~25% of vented patients (Blanch, ICM 2015). Four patterns: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Trigger asynchrony: patient effort doesn't initiate a breath. Fix: increase trigger sensitivity (flow trigger if available).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Flow asynchrony: vent flow doesn't match patient demand. Fix: increase peak flow or shorten inspiratory time.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 Fix: lengthen inspiratory time, deepen sedation, treat air hunger.</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vent-ltv1200.html?level=2  —  Test yourself on the simulator's clinical scenarios — set alarm limits and correct the…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Dislodgement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Obstruction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2026-07-27T22:27:21Z</dcterms:created>
  <dcterms:modified xsi:type="dcterms:W3CDTF">2026-07-27T22:27:21Z</dcterms:modified>
</cp:coreProperties>
</file>