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your bedside replacement: it is the doorstop you wedge under each alveolus, splinting it open mechanically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has emerged as a strong mortality predictor in ARDS (Amato 2015, NEJM). Aim for ΔP less than 14 cmH₂O.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 The conducting zone is everything from the mouth to the terminal bronchioles. It moves air. No gas exchange occurs here.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 Type I pneumocytes form the thin alveolar wall (0.2–0.5 µm thick — about 1/100 the diameter of a red blood cell). Type II pneumocytes produce surfactant.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 By Laplace's law the small bubble has the higher pressure, so it empties itself into the big one and collapses.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your bedside replacement: it is the doorstop you wedge under each alveolus, splinting it open mechanically until surfactant function returns.</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 Picture the lung as a house with two completely separate chores, each with its own set of controls.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 You run it with two knobs: Respiratory Rate (RR) and Tidal Volume (Vt) — how often the trash goes out and how big each load 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 Pair them in your head: RR + Vt for ventilation, FiO₂ + PEEP for oxygenation.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Two knobs each</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 The hallway holds air but does no gas exchange — anything that never reaches the room is wasted effort.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 A study by Nuckton and colleagues (NEJM 2002) showed that VD/VT greater than 0.6 in ARDS strongly predicts mortality.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 Set Vt too low and the whole breath gets stuck in the hallway — dead space eats it before any reaches the room.</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 Gas exchange only happens where a bus and its passengers actually meet.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 Pneumonia, pulmonary edema, ARDS, and atelectasis all produce shunt.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 Pulmonary embolism, low cardiac output, and severe hypovolemia produce dead-space physiology.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 better-ventilated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 The first is the balloon's stiffness. That is compliance: how much volume the lung accepts for a given pressure.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 That is resistance: how hard the airway pushes back against airflow.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 That distinction is the foundation of bedside troubleshooting and the subject of the next lesson.</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 Clog the nozzle and resistance rises — PIP climbs but Pplat does not. Stiffen the balloon and both rise together.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has emerged as a strong mortality predictor in ARDS (Amato 2015, NEJM). Aim for ΔP less than 14 cmH₂O. You'll use this rule in Module 4 and again in Module 9.</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PIP up, Pplat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Meet the LTV 1200 hands-on — the Level 1 tutorial builds every control from scratch…</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2026-07-27T00:50:40Z</dcterms:created>
  <dcterms:modified xsi:type="dcterms:W3CDTF">2026-07-27T00:50:40Z</dcterms:modified>
</cp:coreProperties>
</file>