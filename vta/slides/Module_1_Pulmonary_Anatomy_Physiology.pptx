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your bedside replacement: it is the doorstop you wedge under each alveolus, splinting it open mechanically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1 · Foundations</a:t>
            </a:r>
            <a:pPr indent="0" marL="0">
              <a:buNone/>
            </a:pPr>
            <a:r>
              <a:rPr lang="en-US" sz="1300" dirty="0">
                <a:solidFill>
                  <a:srgbClr val="8AA6C8"/>
                </a:solidFill>
                <a:latin typeface="Calibri" pitchFamily="34" charset="0"/>
                <a:ea typeface="Calibri" pitchFamily="34" charset="-122"/>
                <a:cs typeface="Calibri" pitchFamily="34" charset="-120"/>
              </a:rPr>
              <a:t>   ·   ~45 min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your bedside replacement: it is the doorstop you wedge under each alveolus, splinting it open mechanically until surfactant…</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Two knobs each</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PIP up, Pplat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vent-ltv1200.html?level=1  —  Meet the LTV 1200 hands-on — the Level 1 tutorial builds every control from scratch…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2026-07-26T23:56:28Z</dcterms:created>
  <dcterms:modified xsi:type="dcterms:W3CDTF">2026-07-26T23:56:28Z</dcterms:modified>
</cp:coreProperties>
</file>