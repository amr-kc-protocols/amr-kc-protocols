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NOT a substitute for surfactant — but it buys time: it is the doorstop you wedge under each alveolus, mechanically splinting it open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NOT a substitute for surfactant — but it buys time: it is the doorstop you wedge under each alveolus, mechanically splinting it open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pic>
        <p:nvPicPr>
          <p:cNvPr id="6" name="Image 0" descr="/tmp/claude-0/-home-user-amr-kc-protocols/883711fe-5eaa-500f-ae13-4d63d2ddcc7e/scratchpad/pngs/twoknob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pic>
        <p:nvPicPr>
          <p:cNvPr id="6" name="Image 0" descr="/tmp/claude-0/-home-user-amr-kc-protocols/883711fe-5eaa-500f-ae13-4d63d2ddcc7e/scratchpad/pngs/vq.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pic>
        <p:nvPicPr>
          <p:cNvPr id="6" name="Image 0" descr="/tmp/claude-0/-home-user-amr-kc-protocols/883711fe-5eaa-500f-ae13-4d63d2ddcc7e/scratchpad/pngs/pip_pplat.png">    </p:cNvPr>
          <p:cNvPicPr>
            <a:picLocks noChangeAspect="1"/>
          </p:cNvPicPr>
          <p:nvPr/>
        </p:nvPicPr>
        <p:blipFill>
          <a:blip r:embed="rId1"/>
          <a:stretch>
            <a:fillRect/>
          </a:stretch>
        </p:blipFill>
        <p:spPr>
          <a:xfrm>
            <a:off x="7040880" y="2634454"/>
            <a:ext cx="4709160" cy="232061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2026-07-27T22:24:07Z</dcterms:created>
  <dcterms:modified xsi:type="dcterms:W3CDTF">2026-07-27T22:24:07Z</dcterms:modified>
</cp:coreProperties>
</file>