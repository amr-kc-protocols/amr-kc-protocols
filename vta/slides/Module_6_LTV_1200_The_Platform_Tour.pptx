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6: LTV 1200 — The Platform Tour. Every knob, every screen, every alarm — without a patient on it. POST every shift, every patient.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 panel essentials: Power button (top corner, momentary press). Display (settings on left, monitored on right). Control knob (right of display — scrolls values). Select button (moves cursor between parameters). Manual breath, Alarm Silence (60-sec mute), Alarm Reset.
Side panel: O₂ inlet at 50 PSI (DISS or quick-connect). Patient circuit ports including the easily-missed exhalation valve drive line. Battery compartment, AC/DC power, bacterial/viral filter, USB (service only).
Practice on the unit until you can find every control by feel. In a noisy ambulance bay or moving aircraft, you can't read labels.
The exhalation valve drive line is the most-missed connection. Without it, the patient cannot exhale. Verify every POST.
PEARL — Memorize by feel: Spend ten minutes with eyes closed, locating each control by touch. Pays off the first time you have to silence an alarm at 3 a.m. in a moving truck.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battery: lithium-ion, ~60 min at moderate load. Drains FASTER at high FiO₂, high PEEP, rapid rates. Worst-case: ~30 min.
Battery health degrades over service life. A unit in service &gt; 3 years and never replaced will deliver less than spec. Document unexpected battery alarms.
On the truck: confirm "line power" on the display before loading the patient. If the AC plug bumps loose, the LTV switches silently to battery without alarm.
Pre-flight rule: 100% battery + line power confirmed = ready. Test external battery packs under load — a pack that holds static charge but fails under demand is a transport hazard.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Display is organized left-to-right. SETTINGS on the left — what you programmed. MONITORED VALUES on the right — what the patient is actually receiving.
Settings half: Mode (top), Vt, RR, FiO₂, PEEP, I:E, trigger sensitivity. Scan top to bottom on every check.
Monitored half: PIP, exhaled Vt, total RR (set + spontaneous), exhaled MV, Pplat (when inspiratory hold is pressed), calculated I:E, FiO₂ delivered (if sensor present).
Divergence between SET Vt and EXHALED Vt is the earliest sign of a leak or compliance change. Don't silence — investigate.
PEARL — Set vs Exhaled: Exhaled Vt consistently &lt; set Vt by &gt; 10%? Check ETT cuff, walk the circuit, look at the exhalation valve drive line. Persistent leak = lost PEEP = lost oxygenation.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PRESSURE — PIP exceeded threshold (default ~40 cmH₂O; set to 35 in lung-protective). Most common in EMS.
LOW PRESSURE / LOW PEEP — circuit leak, disconnect, ETT cuff leak. Default 4 cmH₂O below set PEEP.
LOW MINUTE VOLUME — exhaled MV below threshold. Default is often 0 — set this to ~70% of expected MV.
APNEA — no detected breath in apnea time (default 20 sec). Triggered by complete loss of effort or sensor failure.
POWER FAILURE / LOW BATTERY — switch to AC immediately. GAS SUPPLY — O₂ source pressure low; check tank, regulator, hose.
Triage: READ the alarm BEFORE silencing. Silencing without identifying the cause is a sentinel-level safety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shift change, every patient. Five steps.
1. Connect circuit + test lung BEFORE powering on. POST without a circuit is meaningless.
2. Power on. Watch screen for any RED indicator. POST runs automatically — let it complete.
3. Verify alarms by triggering them: occlude circuit (high pressure should fire). Disconnect lung (low pressure should fire).
4. Verify Pplat: press inspiratory hold; confirm reading on display.
5. Document POST in service equipment log. Pull from service if POST fails.
EVIDENCE — Why POST: Most field LTV failures are caught during POST. The worst time to find one is mid-transport.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Safe-change workflow: 1) Verbalize the change BEFORE you turn the dial. 2) Press SELECT to navigate. 3) Rotate CONTROL knob. 4) Press SELECT (or wait 5 sec) to commit. 5) Reassess in 30 sec. 6) Document with vitals before AND after.
Common pitfalls from incident reviews: forgetting to set LOW MV alarm; setting PEEP at the dial but forgetting to attach the PEEP valve; pediatric patient on the adult circuit (dead space &gt; Vt); battery silently switching to internal when AC plug bumps loose; POST skipped because "the next shift will do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LTV 1200 — The Platform Tour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knob, every screen, every alarm — without a patient on it. POST every shift, every patient.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~50 min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Panel and Side Connections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and Line Power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Screen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Alarms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Power-On Self-Test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Changes &amp; Common Pitfalls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· Hardware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 Panel and Side Connections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panel essentials: Power button (top corner, momentary press).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panel: O₂ inlet at 50 PSI (DISS or quick-connect).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on the unit until you can find every control by feel.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exhalation valve drive line is the most-missed connection.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Memorize by feel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ten minutes with eyes closed, locating each control by touch. Pays off the first time you have to silence an alarm at 3 a.m. in a moving truck.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· Power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Battery and Line Power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battery: lithium-ion, ~60 min at moderate load.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health degrades over service life.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truck: confirm "line power" on the display before loading the patient.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Pre-flight rule: 100% battery + line power confirmed = ready.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· Display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Screen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is organized left-to-right.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half: Mode (top), Vt, RR, FiO₂, PEEP, I:E, trigger sensitivity.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half: PIP, exhaled Vt, total RR (set + spontaneous), exhaled MV, Pplat (when inspiratory hold is pressed), calculated I:E, FiO₂ delivered (if…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Divergence between SET Vt and EXHALED Vt is the earliest sign of a leak or compliance change.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vs Exhaled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Exhaled Vt consistently &lt; set Vt by &gt; 10%? Check ETT cuff, walk the circuit, look at the exhalation valve drive line. Persistent leak = lost PEEP = lost oxygenation.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· Alarms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 Alarms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PRESSURE — PIP exceeded threshold (default ~40 cmH₂O; set to 35 in lung-protective).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PRESSURE / LOW PEEP — circuit leak, disconnect, ETT cuff leak.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MINUTE VOLUME — exhaled MV below threshold.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APNEA — no detected breath in apnea time (default 20 sec).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FAILURE / LOW BATTERY — switch to AC immediately.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· POST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Power-On Self-Test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shift change, every patient.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POST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field LTV failures are caught during POST. The worst time to find one is mid-transport.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· Workflow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Changes &amp; Common Pitfalls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Safe-change workflow: 1) Verbalize the change BEFORE you turn the dial.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pitfalls from incident reviews: forgetting to set LOW MV alarm; setting PEEP at the dial but forgetting to attach the PEEP valve; pediatric patient…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Front-Panel Controls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Navigates / Selects · Manages Alarms · Delivers a Breath / Measures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Pre-Shift Walkaround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Pre-shift unit check. No patient yet.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vent-ltv1200.html?level=1  —  Learn the controls hands-on: work the LTV 1200 tutorial on the simulator.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Memorize by feel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ten minutes with eyes closed, locating each control by touch. Pays off the first time you have to silence an alarm at 3 a.m. in a moving truck.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vs Exhaled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Exhaled Vt consistently &lt; set Vt by &gt; 10%? Check ETT cuff, walk the circuit, look at the exhalation valve drive line. Persistent leak = lost PEEP =…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and Line Power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Alarms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2026-07-26T23:56:28Z</dcterms:created>
  <dcterms:modified xsi:type="dcterms:W3CDTF">2026-07-26T23:56:28Z</dcterms:modified>
</cp:coreProperties>
</file>