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control, every screen, every alarm — without a patient on it. Check it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On/Standby power. A bank of INDIVIDUAL control windows — one per setting (Breath Rate, Tidal Volume, Pressure Control, Inspiratory Time, Pressure Support, O₂ %, Sensitivity, PEEP) plus the alarm-limit windows. Two Select buttons (Mode and Breath Type). The Set Value knob. Manual Breath, Alarm Silence/Reset, Control Lock, and the display window.
Side/rear connections: O₂ inlet — high-pressure DISS or a low-pressure fitting depending on configuration. Patient circuit ports including the easily-missed exhalation valve drive line. Battery compartment, external power input, bacterial/viral filter, and a Comm Port for service and data (it is NOT a USB port). Confirm the exact connections on YOUR unit — configurations vary.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LTV does NOT split the screen into a settings half and a monitored half. Each setting lives in its OWN window and you work one at a time: press that control to select it (it brightens, the rest dim), turn the Set Value knob, then confirm.
Monitored data appears in ONE display window that SCANS — cycling through the measured values one at a time: PIP, MAP, PEEP, f (total rate), Vte (exhaled tidal volume), VE (exhaled minute volume), and I:E. Alarm messages appear in this same window.
Press Monitor Select once to halt the scan on a value, again to step to the next, or twice quickly to resume scanning.
Know which numbers you SET and which the vent CALCULATES. You set Inspiratory Time; the vent derives and displays I:E from that and the rate. Trying to dial I:E directly is a common novice error — change Inspiratory Time or the rate instead.
There is NO continuously monitored plateau pressure on this display. Pplat is obtained with an inspiratory hold maneuver where your unit and configuration support it — confirm the procedure in your operator manual.
Divergence between SET Vt and EXHALED Vt (Vte)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startup and operational-verification procedure in your operator manual PLUS your agency's documented equipment check. What follows is the SHAPE of that check — it replaces neither document.
Connect a complete circuit and test lung BEFORE powering on — including the exhalation valve drive line. A checkout without a circuit tests nothing that matters.
Power on and let the unit finish its self test. Any failure indication means the unit comes out of service — tag it, document it, replace it.
Answer the patient setup prompt, then load and verify settings appropriate to your patient before connecting them.
Set alarm limits for THIS patient — especially Low Minute Volume, which commonly sits at a value that will never alarm.
Verify the gas source at the required pressure, the battery state of charge, and that the display indicates external power when docked.
Document the check per agency policy.
EVIDENCE — Why the pre-use check: Most field LTV failures are caught during pre-use checkout — the worst time to find one is mid-transport. The manufacturer's instructions and your agency policy control the exact steps and their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touch the panel. 2) Press that control's window to SELECT it — it brightens, the rest dim. 3) Turn the Set Value knob. 4) Confirm — press the control again, select another, press Control Lock, or let it time out.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control, every screen, every alarm — without a patient on it. Check it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Checkout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Startup and Pre-Use Checkout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On/Standby power.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Side/rear connections: O₂ inlet — high-pressure DISS or a low-pressure fitting depending on configuration.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pic>
        <p:nvPicPr>
          <p:cNvPr id="6" name="Image 0" descr="/tmp/claude-0/-home-user-amr-kc-protocols/883711fe-5eaa-500f-ae13-4d63d2ddcc7e/scratchpad/pngs/ltv_panel.jpg">    </p:cNvPr>
          <p:cNvPicPr>
            <a:picLocks noChangeAspect="1"/>
          </p:cNvPicPr>
          <p:nvPr/>
        </p:nvPicPr>
        <p:blipFill>
          <a:blip r:embed="rId1"/>
          <a:stretch>
            <a:fillRect/>
          </a:stretch>
        </p:blipFill>
        <p:spPr>
          <a:xfrm>
            <a:off x="8446494" y="1965960"/>
            <a:ext cx="2217972" cy="43891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 LTV does NOT split the screen into a settings half and a monitored half.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Monitored data appears in ONE display window that SCANS — cycling through the measured values one at a time: PIP, MAP, PEEP, f (total rate), Vte (exhaled tidal volume), VE (exhaled minute volume), and I:E.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Press Monitor Select once to halt the scan on a value, again to step to the next, or twice quickly to resume scanning.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Know which numbers you SET and which the vent CALCULATES. You set Inspiratory Time; the vent derives and displays I:E from that and the rate.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There is NO continuously monitored plateau pressure on this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Checkout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Startup and Pre-Use Checkout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Follow the startup and operational-verification procedure in your operator manual PLUS your agency's documented equipment check. What follows is the SHAPE of that check — it replaces neither document.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a complete circuit and test lung BEFORE powering on — including the exhalation valve drive line. A checkout without a circuit tests nothing that matters.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and let the unit finish its self test. Any failure indication means the unit comes out of service — tag it, document it, replace it.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Answer the patient setup prompt, then load and verify settings appropriate to your patient before connecting them.</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Set alarm limits for THIS patient — especially Low Minute Volume, which commonly sits at a value that will never alarm.</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the pre-use check</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pre-use checkout — the worst time to find one is mid-transport. The manufacturer's instructions and your agency policy control the exact steps and their order.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touch the panel. 2) Press that control's window to SELECT it — it brightens, the rest dim. 3) Turn the Set Value knob.</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