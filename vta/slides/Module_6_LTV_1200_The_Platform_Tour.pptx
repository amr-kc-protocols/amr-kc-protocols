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6: LTV 1200 — The Platform Tour. Every knob, every screen, every alarm — without a patient on it. POST every shift, every patient.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of the module. Teach the lessons in order, then run the four interactive components on learner devices.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Front panel essentials: Power button (top corner, momentary press). Display (settings on left, monitored on right). Control knob (right of display — scrolls values). Select button (moves cursor between parameters). Manual breath, Alarm Silence (60-sec mute), Alarm Reset.
Side panel: O₂ inlet at 50 PSI (DISS or quick-connect). Patient circuit ports including the easily-missed exhalation valve drive line. Battery compartment, AC/DC power, bacterial/viral filter, USB (service only).
Practice on the unit until you can find every control by feel. In a noisy ambulance bay or moving aircraft, you can't read labels.
The exhalation valve drive line is the most-missed connection. Without it, the patient cannot exhale. Verify every POST.
PEARL — Memorize by feel: Spend ten minutes with eyes closed, locating each control by touch. Pays off the first time you have to silence an alarm at 3 a.m. in a moving truck.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 battery: sealed lead-acid, ~45 min at nominal settings (per the LTV operator manual). Drains FASTER at high FiO₂, high PEEP, rapid rates — plan far less for a sick lung. Always confirm runtime against your unit's manual.
Battery health degrades over service life. A unit in service &gt; 3 years and never replaced will deliver less than spec. Document unexpected battery alarms.
On the truck: confirm "line power" on the display before loading the patient. If external power is lost, the LTV annunciates a POWER LOST alarm and transfers to the internal battery — the switch is NOT silent; acknowledge the alarm and restore AC.
Pre-flight rule: 100% battery + line power confirmed = ready. Test external battery packs under load — a pack that holds static charge but fails under demand is a transport hazard.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Display is organized left-to-right. SETTINGS on the left — what you programmed. MONITORED VALUES on the right — what the patient is actually receiving.
Settings half: Mode (top), Vt, RR, FiO₂, PEEP, I:E, trigger sensitivity. Scan top to bottom on every check.
Monitored half: PIP, exhaled Vt, total RR (set + spontaneous), exhaled MV, Pplat (when inspiratory hold is pressed), calculated I:E, FiO₂ delivered (if sensor present).
Divergence between SET Vt and EXHALED Vt is the earliest sign of a leak or compliance change. Don't silence — investigate.
PEARL — Set vs Exhaled: Exhaled Vt consistently &lt; set Vt by &gt; 10%? Check ETT cuff, walk the circuit, look at the exhalation valve drive line. Persistent leak = lost PEEP = lost oxygenation.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 PRESSURE — PIP exceeded threshold (default ~40 cmH₂O; set to 35 in lung-protective). Most common in EMS.
LOW PRESSURE / LOW PEEP — circuit leak, disconnect, ETT cuff leak. Default 4 cmH₂O below set PEEP.
LOW MINUTE VOLUME — exhaled MV below threshold. Default is often 0 — set this to ~70% of expected MV.
APNEA — no detected breath in apnea time (default 20 sec). Triggered by complete loss of effort or sensor failure.
POWER LOST / LOW BATTERY — external power lost (transfer to internal battery) or battery depleting. Restore AC promptly.
GAS SUPPLY — O₂ source pressure low; check tank, regulator, and hose.
Triage: READ the alarm BEFORE silencing. Silencing without identifying the cause is a sentinel-level safety event.
This is the core set — the operator manual lists additional device and self-test alarms. Know your unit's full alarm list before transport.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shift change, every patient. Five steps.
1. Connect circuit + test lung BEFORE powering on. POST without a circuit is meaningless.
2. Power on. Watch screen for any RED indicator. POST runs automatically — let it complete.
3. Verify alarms by triggering them: occlude circuit (high pressure should fire). Disconnect lung (low pressure should fire).
4. Verify Pplat: press inspiratory hold; confirm reading on display.
5. Document POST in service equipment log. Pull from service if POST fails.
EVIDENCE — Why POST: Most field LTV failures are caught during POST. The worst time to find one is mid-transport.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Safe-change workflow: 1) Verbalize the change BEFORE you turn the dial. 2) Press SELECT to navigate. 3) Rotate CONTROL knob. 4) Press SELECT (or wait 5 sec) to commit. 5) Reassess in 30 sec. 6) Document with vitals before AND after.
Common pitfalls from incident reviews: forgetting to set LOW MV alarm; setting PEEP at the dial but forgetting to attach the PEEP valve; pediatric patient on the adult circuit (dead space &gt; Vt); missing the POWER LOST alarm when the AC plug bumps loose and the unit transfers to internal battery; POST skipped because "the next shift will do it."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slide: send learners to the app for this module's quiz, match, scenario, then the simulator mission. Keep the cohort together; modules unlock in 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module pearls,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vent-ltv1200.html?level=1" TargetMode="External"/><Relationship Id="rId2" Type="http://schemas.openxmlformats.org/officeDocument/2006/relationships/hyperlink" Target="vent-ltv1200.html?level=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-548640"/>
            <a:ext cx="4754880" cy="7680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0" b="1" dirty="0">
                <a:solidFill>
                  <a:srgbClr val="1B63C4">
                    <a:alpha val="22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VENTILATOR TRAINING ACADEMY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LTV 1200 — The Platform Tour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416052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knob, every screen, every alarm — without a patient on it. POST every shift, every patient.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806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pPr indent="0" marL="0">
              <a:buNone/>
            </a:pPr>
            <a:r>
              <a:rPr lang="en-US" sz="1300" dirty="0">
                <a:solidFill>
                  <a:srgbClr val="8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6 lessons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309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Hunter Jones, NRP · Course Director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module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Panel and Side Connections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and Line Power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Screen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5508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6948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Alarms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5508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Power-On Self-Test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6948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Changes &amp; Common Pitfalls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617220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34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20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06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092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 · Hardware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 Panel and Side Connections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panel essentials: Power button (top corner, momentary press). Display (settings on left, monitored on right). Control knob (right of display — scrolls values).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panel: O₂ inlet at 50 PSI (DISS or quick-connect). Patient circuit ports including the easily-missed exhalation valve drive line.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on the unit until you can find every control by feel. In a noisy ambulance bay or moving aircraft, you can't read labels.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exhalation valve drive line is the most-missed connection. Without it, the patient cannot exhale. Verify every POST.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Memorize by feel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ten minutes with eyes closed, locating each control by touch. Pays off the first time you have to silence an alarm at 3 a.m. in a moving truck.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 · Power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Battery and Line Power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battery: sealed lead-acid, ~45 min at nominal settings (per the LTV operator manual). Drains FASTER at high FiO₂, high PEEP, rapid rates — plan far less for a sick lung.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health degrades over service life. A unit in service &gt; 3 years and never replaced will deliver less than spec. Document unexpected battery alarms.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truck: confirm "line power" on the display before loading the patient.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Pre-flight rule: 100% battery + line power confirmed = ready. Test external battery packs under load — a pack that holds static charge but fails under demand is a transport hazard.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 · Display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Screen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is organized left-to-right. SETTINGS on the left — what you programmed. MONITORED VALUES on the right — what the patient is actually receiving.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half: Mode (top), Vt, RR, FiO₂, PEEP, I:E, trigger sensitivity. Scan top to bottom on every check.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Monitored half: PIP, exhaled Vt, total RR (set + spontaneous), exhaled MV, Pplat (when inspiratory hold is pressed), calculated I:E, FiO₂ delivered (if sensor present).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Divergence between SET Vt and EXHALED Vt is the earliest sign of a leak or compliance change. Don't silence — investigate.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vs Exhaled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Exhaled Vt consistently &lt; set Vt by &gt; 10%? Check ETT cuff, walk the circuit, look at the exhalation valve drive line. Persistent leak = lost PEEP = lost oxygenation.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 · Alarms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Alarms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PRESSURE — PIP exceeded threshold (default ~40 cmH₂O; set to 35 in lung-protective). Most common in EMS.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PRESSURE / LOW PEEP — circuit leak, disconnect, ETT cuff leak. Default 4 cmH₂O below set PEEP.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MINUTE VOLUME — exhaled MV below threshold. Default is often 0 — set this to ~70% of expected MV.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APNEA — no detected breath in apnea time (default 20 sec). Triggered by complete loss of effort or sensor failure.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LOST / LOW BATTERY — external power lost (transfer to internal battery) or battery depleting. Restore AC promptly.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SUPPLY — O₂ source pressure low; check tank, regulator, and hose.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 · POST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Power-On Self-Test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shift change, every patient. Five steps.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circuit + test lung BEFORE powering on. POST without a circuit is meaningless.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on. Watch screen for any RED indicator. POST runs automatically — let it complete.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alarms by triggering them: occlude circuit (high pressure should fire). Disconnect lung (low pressure should fire).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Pplat: press inspiratory hold; confirm reading on display.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E7F0F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POST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field LTV failures are caught during POST. The worst time to find one is mid-transport.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 · Workflow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 Changes &amp; Common Pitfalls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Safe-change workflow: 1) Verbalize the change BEFORE you turn the dial. 2) Press SELECT to navigate. 3) Rotate CONTROL knob. 4) Press SELECT (or wait 5 sec) to commit. 5) Reassess in 30 sec.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pitfalls from incident reviews: forgetting to set LOW MV alarm; setting PEEP at the dial but forgetting to attach the PEEP valve; pediatric patient on the adult circuit (dead space &gt; Vt); missing the…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put it to 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off to learner devices — cues match your facilitator guide.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74520" y="1984248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874520" y="2395728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 · pass 8/10 to unlock the next module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990088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74520" y="3008376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Front-Panel Controls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874520" y="3419856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items · Navigates / Selects · Manages Alarms · Delivers a Breath / Measures · must be perfect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014216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74520" y="4032504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Pre-Shift Walkaround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874520" y="4443984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4-decision branching scenario · Pre-shift unit check. No patient yet.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5038344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400" dirty="0"/>
          </a:p>
        </p:txBody>
      </p:sp>
      <p:sp>
        <p:nvSpPr>
          <p:cNvPr id="14" name="Text 12">
            <a:hlinkClick r:id="rId1" tooltip="Open this module's simulator mission"/>
          </p:cNvPr>
          <p:cNvSpPr/>
          <p:nvPr/>
        </p:nvSpPr>
        <p:spPr>
          <a:xfrm>
            <a:off x="1874520" y="505663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is module's simulator miss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LTV 1200 Simulator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874520" y="54681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7FB0E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vent-ltv1200.html?level=1  —  Learn the controls hands-on: work the LTV 1200 tutorial on the simulator.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A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Carry this out the door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63040" y="1600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Memorize by feel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ten minutes with eyes closed, locating each control by touch. Pays off the first time you have to silence an alarm at 3 a.m. in a moving truck.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2788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2743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vs Exhaled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Exhaled Vt consistently &lt; set Vt by &gt; 10%? Check ETT cuff, walk the circuit, look at the exhalation valve drive line. Persistent leak = lost PEEP =…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3886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and Line Power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5074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63040" y="5029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Alarms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Alarms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Module 7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2026-07-27T00:50:40Z</dcterms:created>
  <dcterms:modified xsi:type="dcterms:W3CDTF">2026-07-27T00:50:40Z</dcterms:modified>
</cp:coreProperties>
</file>