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9: Special Populations. Same vent. Different goals. Asthma/COPD, ARDS, TBI, pediatrics. Pick the goal first; the settings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of the module. Teach the lessons in order, then run the four interactive components on learner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Obstructive disease is fundamentally an EXHALATION problem. Air goes in easily; getting it out takes time.
Strategy: low rate (RR 8–10), long expiratory time (I:E 1:4 or 1:5), Vt 6–8 mL/kg IBW, FiO₂ to SpO₂ ≥ 88% (COPD) or ≥ 92% (asthma), PEEP 0–5 cmH₂O. Permissive hypercapnia is acceptable; pH ≥ 7.20 typical floor.
Don't chase a normal CO₂ at the cost of barotrauma. Forcing the rate up stacks breaths and drops BP via auto-PEEP.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pouring into a glass that drains slowly: send the next splash before it empties and the level climbs until it overflows. Auto-PEEP is the same — in an obstructed lung that exhales slowly, the next breath starts before the last one finishes, so air stacks, the chest over-fills, intrathoracic pressure rises, venous return drops, and BP falls.
Clinical signs: rising PIP without rising Pplat; falling BP; patient "fights" the vent; expiratory flow waveform doesn't return to zero before next breath.
Management: slow RR (often dramatically — to 8 or even 6). Lengthen exp time (I:E 1:4 or 1:5).
If hemodynamically compromised: BRIEFLY DISCONNECT FROM THE VENT for 5–10 seconds. Trapped gas releases. BP often improves immediately. Reconnect on slower settings. Vented status asthmaticus has ~30% incidence of post-intubation hypotension — anticipate it.
PEARL — Brief disconnect: Hypotensive asthmatic on the vent? Disconnect from the circuit for 5–10 sec. Release the trapped gas. BP often recovers in under a minute. Reconnect on slower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Acute Respiratory Distress Syndrome: diffuse alveolar damage, refractory hypoxia. Berlin definition (2012): bilateral infiltrates, not cardiac, within 1 week. Severity by P/F ratio: mild 200–300, moderate 100–200, severe &lt; 100. A 2023/2024 Global Definition of ARDS now also allows diagnosis by SpO₂/FiO₂ and includes patients on HFNO ≥ 30 L/min or CPAP/NIV ≥ 5 cmH₂O — but the Berlin P/F severity bands remain in everyday bedside use.
Goal: protect the alveoli you have left. The mental model is the 'baby lung' — in ARDS so much lung is flooded or collapsed that only a small, child-sized portion is still open to ventilate. You are not filling an adult lung; you are filling what survives. So: small breaths, modest pressure, generous PEEP — a normal-sized Vt would over-stretch those few survivors and injure them.
Settings: AC/VC or AC/PC; Vt 4–6 mL/kg IBW (LOWER than usual); RR 18–22 to maintain MV; PEEP 10–15 per ARDSNet table; Pplat &lt; 30; driving pressure (Pplat − PEEP) &lt; 14 cmH₂O.
ARDSNet ARMA (NEJM 2000): mortality 31% vs 40% comparing 6 vs 12 mL/kg IBW. NNT 11. The most evidence-based ARDS intervention.
EVIDENCE — ARDSNet PEEP/FiO₂ Lower-PEEP Table: FiO₂ 0.3 → PEEP 5. FiO₂ 0.5 → PEEP 8–10. FiO₂ 0.7 → PEEP 10–14. FiO₂ 1.0 → PEEP 18–24. Carry the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lung-protective settings (6 mL/kg, Pplat &lt; 30, ΔP &lt; 14) aren't enough, these are the rescue options — roughly in order of evidence: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enemies of the injured brain: hypoxia and hypotension. A single SpO₂ &lt; 90 or SBP &lt; 90 doubles mortality in moderate-severe TBI (Brain Trauma Foundation 4th ed., 2017).
Strict normocapnia: target EtCO₂ 35–40 mmHg. Avoid prophylactic hyperventilation (BTF Level IIB recommendation) — drops cerebral blood flow and worsens secondary injury.
Standard TBI settings: AC/VC, Vt 6–8 mL/kg IBW, RR 12–16 titrated to EtCO₂ 35–40, PEEP 5, FiO₂ to SpO₂ ≥ 94%, pressors ready. BTF age-stratified BP target: SBP ≥ 100 (ages 50–69), SBP ≥ 110 (other ages); for simplicity, target SBP &gt; 100 in all adult TBI.
Hyperventilation rescue (transient, for impending herniation only): increase RR to target EtCO₂ 30–35 mmHg (NEVER below 30). Return to normocapnia once the exam improves (typically 2–5 min).
PEARL — Hyperventilation past the rescue window is harmful: Use brief hyperventilation only for signs of impending herniation (Cushing's triad, blown pupil, posturing). Return EtCO₂ to 35–40 as soon as exam improves. EtCO₂ &lt; 30 worsens ischemia.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length-based weight (Broselow / Handtevy) — don't guess. Vt 6–8 mL/kg of ACTUAL body weight in peds (different from adults).
Age-based RR: infant 25–30, child 15–20, adolescent 12–16. PEEP starts 5; can go higher in severe parenchymal disease.
PALS 2020: cuffed endotracheal tubes are preferred in most pediatric patients, including infants. Pay attention to cuff pressure to avoid tracheal injury.
Most common pediatric error: adult circuit on a pediatric patient. Adult circuit dead space can exceed pediatric Vt — you're ventilating the circuit, not the lungs. Use the pediatric circuit. Verify visually.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slide: send learners to the app for this module's quiz, match, scenario, then the simulator mission. Keep the cohort together; modules unlock in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module pearls, then 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vent-ltv1200.html?level=3" TargetMode="External"/><Relationship Id="rId2" Type="http://schemas.openxmlformats.org/officeDocument/2006/relationships/hyperlink" Target="vent-ltv1200.html?level=3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-548640"/>
            <a:ext cx="4754880" cy="7680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1B63C4">
                    <a:alpha val="2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VENTILATOR TRAINING ACADEMY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Populations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vent. Different goals. Asthma/COPD, ARDS, TBI, pediatrics. Pick the goal first; the settings follow.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pPr indent="0" marL="0">
              <a:buNone/>
            </a:pPr>
            <a:r>
              <a:rPr lang="en-US" sz="1300" dirty="0">
                <a:solidFill>
                  <a:srgbClr val="8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 lessons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Hunter Jones, NRP · Course Director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module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1508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&amp; COPD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Exhale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3500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Auto-PEEP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Lung Doesn't Empty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236976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19125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ARDS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Lung-Protective Ventilation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69480" y="1508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ARDS Rescue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Lung-Protective Isn't Enough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2395728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3500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TBI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Normocapnia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3236976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319125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7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Pediatrics  </a:t>
            </a:r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Everything, Bigger Margins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B4690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92440" y="617220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C7D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· Asthma &amp; COPD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Them Exhale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Obstructive disease is fundamentally an EXHALATION problem. Air goes in easily; getting it out takes time.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low rate (RR 8–10), long expiratory time (I:E 1:4 or 1:5), Vt 6–8 mL/kg IBW, FiO₂ to SpO₂ ≥ 88% (COPD) or ≥ 92% (asthma), PEEP 0–5 cmH₂O. Permissive hypercapnia is acceptable; pH ≥ 7.20 typical floor.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chase a normal CO₂ at the cost of barotrauma. Forcing the rate up stacks breaths and drops BP via auto-PEEP.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· Auto-PEEP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Lung Doesn't Empty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3093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pouring into a glass that drains slowly: send the next splash before it empties and the level climbs until it overflows.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signs: rising PIP without rising Pplat; falling BP; patient "fights" the vent; expiratory flow waveform doesn't return to zero before next breath.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slow RR (often dramatically — to 8 or even 6). Lengthen exp time (I:E 1:4 or 1:5).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hemodynamically compromised: BRIEFLY DISCONNECT FROM THE VENT for 5–10 seconds. Trapped gas releases. BP often improves immediately. Reconnect on slower settings.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0" y="2148840"/>
            <a:ext cx="4325112" cy="3840480"/>
          </a:xfrm>
          <a:prstGeom prst="roundRect">
            <a:avLst>
              <a:gd name="adj" fmla="val 2381"/>
            </a:avLst>
          </a:prstGeom>
          <a:solidFill>
            <a:srgbClr val="FBEFDD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377440"/>
            <a:ext cx="3776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2715768"/>
            <a:ext cx="3776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disconnect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0" y="3474720"/>
            <a:ext cx="37764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Hypotensive asthmatic on the vent? Disconnect from the circuit for 5–10 sec. Release the trapped gas. BP often recovers in under a minute. Reconnect on slower settings.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· ARDS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Lung-Protective Ventilation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3093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Respiratory Distress Syndrome: diffuse alveolar damage, refractory hypoxia. Berlin definition (2012): bilateral infiltrates, not cardiac, within 1 week.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protect the alveoli you have left. The mental model is the 'baby lung' — in ARDS so much lung is flooded or collapsed that only a small, child-sized portion is still open to ventilate.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AC/VC or AC/PC; Vt 4–6 mL/kg IBW (LOWER than usual); RR 18–22 to maintain MV; PEEP 10–15 per ARDSNet table; Pplat &lt; 30; driving pressure (Pplat − PEEP) &lt; 14 cmH₂O.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ARDSNet ARMA (NEJM 2000): mortality 31% vs 40% comparing 6 vs 12 mL/kg IBW. NNT 11. The most evidence-based ARDS intervention.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0" y="2148840"/>
            <a:ext cx="4325112" cy="3840480"/>
          </a:xfrm>
          <a:prstGeom prst="roundRect">
            <a:avLst>
              <a:gd name="adj" fmla="val 2381"/>
            </a:avLst>
          </a:prstGeom>
          <a:solidFill>
            <a:srgbClr val="E7F0FD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377440"/>
            <a:ext cx="3776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2715768"/>
            <a:ext cx="3776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ARDSNet PEEP/FiO₂ Lower-PEEP Table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0" y="3474720"/>
            <a:ext cx="37764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FiO₂ 0.3 → PEEP 5. FiO₂ 0.5 → PEEP 8–10. FiO₂ 0.7 → PEEP 10–14. FiO₂ 1.0 → PEEP 18–24. Carry the card.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· ARDS Rescue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Lung-Protective Isn't Enough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lung-protective settings (6 mL/kg, Pplat &lt; 30, ΔP &lt; 14) aren't enough, these are the rescue options — roughly in order of evidence: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positioning — PROSEVA (Guérin, NEJM 2013): 16 hr/day in severe ARDS (P/F &lt; 150). Mortality 33% → 16%, NNT 6. The strongest single rescue.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Neuromuscular blockade — ACURASYS (NEJM 2010) showed a mortality benefit with 48-hr cisatracurium; ROSE (NEJM 2019) didn't replicate it. Now…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HFOV — OSCILLATE / OSCAR (NEJM 2013): no benefit; OSCILLATE was stopped for harm. Not first-line.</a:t>
            </a:r>
            <a:endParaRPr lang="en-US" sz="14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ECMO — ICU-level. Transport teams may move ECMO patients but don't initiate. Notify the receiving facility early when standard care is failing.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· TBI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Normocapnia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30936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enemies of the injured brain: hypoxia and hypotension. A single SpO₂ &lt; 90 or SBP &lt; 90 doubles mortality in moderate-severe TBI (Brain Trauma Foundation 4th ed., 2017).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normocapnia: target EtCO₂ 35–40 mmHg. Avoid prophylactic hyperventilation (BTF Level IIB recommendation) — drops cerebral blood flow and worsens secondary injury.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TBI settings: AC/VC, Vt 6–8 mL/kg IBW, RR 12–16 titrated to EtCO₂ 35–40, PEEP 5, FiO₂ to SpO₂ ≥ 94%, pressors ready.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Hyperventilation rescue (transient, for impending herniation only): increase RR to target EtCO₂ 30–35 mmHg (NEVER below 30). Return to normocapnia once the exam improves (typically 2–5 min).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0" y="2148840"/>
            <a:ext cx="4325112" cy="3840480"/>
          </a:xfrm>
          <a:prstGeom prst="roundRect">
            <a:avLst>
              <a:gd name="adj" fmla="val 2381"/>
            </a:avLst>
          </a:prstGeom>
          <a:solidFill>
            <a:srgbClr val="FBEFDD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2377440"/>
            <a:ext cx="3776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5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2715768"/>
            <a:ext cx="3776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Hyperventilation past the rescue window is harmful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0" y="3474720"/>
            <a:ext cx="37764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brief hyperventilation only for signs of impending herniation (Cushing's triad, blown pupil, posturing). Return EtCO₂ to 35–40 as soon as exam improves. EtCO₂ &lt; 30 worsens ischemia.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 · Pediatrics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595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73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 Everything, Bigger Margins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56132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173A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0584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length-based weight (Broselow / Handtevy) — don't guess. Vt 6–8 mL/kg of ACTUAL body weight in peds (different from adults).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Age-based RR: infant 25–30, child 15–20, adolescent 12–16. PEEP starts 5; can go higher in severe parenchymal disease.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PALS 2020: cuffed endotracheal tubes are preferred in most pediatric patients, including infants. Pay attention to cuff pressure to avoid tracheal injury.</a:t>
            </a:r>
            <a:endParaRPr lang="en-US" sz="1550" dirty="0"/>
          </a:p>
          <a:p>
            <a:pPr marL="177800" indent="-1778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pediatric error: adult circuit on a pediatric patient. Adult circuit dead space can exceed pediatric Vt — you're ventilating the circuit, not the lungs. Use the pediatric circuit.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3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put it to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to learner devices — cues match your facilitator guide.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B63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74520" y="198424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74520" y="23957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· pass 8/10 to unlock the next module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990088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300837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Population-Specific Strategy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74520" y="341985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items · Obstructive (low rate, long I:E) · Lung-Protective (low Vt) · Strict Normocapnia (EtCO₂ 35–40) · must be perfect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014216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B4690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74520" y="403250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TBI with Impending Herniation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74520" y="44439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4-decision branching scenario · 22-year-old male, 80 kg, severe TBI from MVC. Intubated 30 min ago…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038344"/>
            <a:ext cx="1051560" cy="777240"/>
          </a:xfrm>
          <a:prstGeom prst="roundRect">
            <a:avLst>
              <a:gd name="adj" fmla="val 11765"/>
            </a:avLst>
          </a:prstGeom>
          <a:solidFill>
            <a:srgbClr val="1C7D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400" dirty="0"/>
          </a:p>
        </p:txBody>
      </p:sp>
      <p:sp>
        <p:nvSpPr>
          <p:cNvPr id="14" name="Text 12">
            <a:hlinkClick r:id="rId1" tooltip="Open this module's simulator mission"/>
          </p:cNvPr>
          <p:cNvSpPr/>
          <p:nvPr/>
        </p:nvSpPr>
        <p:spPr>
          <a:xfrm>
            <a:off x="1874520" y="505663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this module's simulator missio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LTV 1200 Simulator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74520" y="54681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7FB0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vent-ltv1200.html?level=3  —  Take on the simulator's advanced cases — ARDS, COPD, TBI and more, no hand-holding.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this out the door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1600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disconnect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Hypotensive asthmatic on the vent? Disconnect from the circuit for 5–10 sec. Release the trapped gas. BP often recovers in under a minute. Reconnect…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2743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Hyperventilation past the rescue window is harmful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brief hyperventilation only for signs of impending herniation (Cushing's triad, blown pupil, posturing). Return EtCO₂ to 35–40 as soon as exam…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3886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&amp; COPD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Exhale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CFE0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5029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ARDS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9C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Lung-Protective Ventilation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Final Certification Exam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2026-07-27T21:55:37Z</dcterms:created>
  <dcterms:modified xsi:type="dcterms:W3CDTF">2026-07-27T21:55:37Z</dcterms:modified>
</cp:coreProperties>
</file>