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Vent Vocabulary &amp; Initial Settings. The eight numbers every vented patient has. IBW math, the ARDSNet history, and how to defend any setting you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Tidal volume is the volume the ventilator delivers with each mandatory breath, measured in milliliters.
Modern adult target: 6 to 8 mL per kilogram of IDEAL body weight. Lower (4 to 6 mL/kg IBW) for ARDS. Pediatric: 6 to 8 mL/kg of ACTUAL body weight.
History matters. The 1990s standard was 10 to 12 mL/kg. ARDSNet ARMA (NEJM 2000) randomized 861 ARDS patients to 12 vs 6 mL/kg IBW. Mortality dropped from 39.8% to 31.0% (NNT 11). One of the most evidence-based interventions in critical care.
Too low: dead space eats the breath; CO₂ rises despite normal-looking MV. Too high: alveolar over-distention, volutrauma. Always use IBW, not actual.
EVIDENCE — ARDSNet ARMA, NEJM 2000: Randomized 861 ARDS patients to 12 mL/kg vs 6 mL/kg IBW. Mortality 39.8% vs 31.0%. NNT 11. The trial also kept Pplat &lt; 30 and paired PEEP with FiO₂.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Respiratory rate is the number of mandatory breaths per minute the vent delivers. Adult initial: 12 to 16, titrated to EtCO₂ 35 to 45.
Lower (8 to 10) for asthma/COPD — let them exhale. Higher (18 to 22) in ARDS where Vt is reduced.
Minute ventilation (MV) = RR × Vt. Adult target 6 to 8 L/min. For a 70 kg IBW adult: Vt 480 mL × RR 14 = 6.7 L/min, right in range.
Set the LOW MV alarm at ~70% of expected MV. The apnea alarm fires after 20 seconds of no breath — by then the patient has been failing for a 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FiO₂ is the fraction of oxygen in the inspired gas. Range 0.21 (room air) to 1.00 (100%). Start at 100% on every fresh intubation; wean.
Target SpO₂ ≥ 92% (adult), ≥ 88% (COPD per GOLD), ≥ 94% (TBI per BTF). Hyperoxia post-ROSC worsens neurologic outcome — AHA recommends SpO₂ 90–98% after cardiac arrest (2025 update; previously 92–98%). Oxygen is a drug, not a vital sign.
PEEP is the pressure remaining in airways at end-exhalation. Adult default 5 cmH₂O. ARDS uses 10–15 cmH₂O paired with FiO₂ per the ARDSNet table.
PEEP recruits collapsed alveoli — the fix for shunt physiology. It also reduces preload, which can drop BP in volume-depleted patients. Pair PEEP with FiO₂ together, not separately.
PEARL — FiO₂ alone won't fix shunt: Patient on 100% FiO₂ and saturation barely moves? It's a shunt. The bedside fix is PEEP — usually via CPAP in awake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I:E is the ratio of inspiratory time to expiratory time. Adult default is 1:2 — inspiration takes half as long as exhalation.
In obstructive disease (asthma, COPD), set 1:4 or 1:5. Let the patient exhale. Forcing the rate up traps gas (auto-PEEP), drops blood pressure, and risks barotrauma.
On the LTV: you set inspiratory TIME in seconds (typically 1.0 to 1.2 in adults). The screen calculates the I:E.
Watch the expiratory flow waveform. If it doesn't return to zero before the next breath starts, you have auto-PEEP. Slow the rate and lengthen exhalation.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 Inspiratory Pressure (PIP): highest airway pressure during inspiration. Displayed continuously. Keep &lt; 35 cmH₂O.
Plateau Pressure (Pplat): airway pressure during a 0.5-second inspiratory hold (no flow). Reflects alveolar pressure / compliance. Keep &lt; 30 cmH₂O — ARDSNet protocol. Press and hold the inspiratory hold button on the LTV to measure.
Math: PIP ≈ Pplat + (Resistance × Flow). High PIP + normal Pplat = AIRWAY problem (resistance). Both high = LUNG problem (compliance).
Driving pressure (ΔP) = Pplat − PEEP. Amato et al. (NEJM 2015) reanalyzed nine ARDS RCTs and showed ΔP was the strongest mortality predictor. Each 7 cmH₂O rise increased mortality ~40%. Target ΔP &lt; 14 cmH₂O in ARDS.
EVIDENCE — Amato 2015 driving pressure: Pplat − PEEP &lt; 14 cmH₂O is the modern ARDS target. Stronger mortality predictor than Vt, Pplat, or PEEP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Devine IBW formulas. Men: 50 + 2.3 × (inches over 60). Women: 45.5 + 2.3 × (inches over 60).
Examples. 5'6" man: 50 + 2.3 × 6 = 63.8 kg → safe Vt 380–510 mL. 5'10" woman: 45.5 + 2.3 × 10 = 68.5 kg → safe Vt 410–548 mL.
Safe adult defaults to defend: AC/VC mode; Vt 6–8 mL/kg IBW; RR 14, titrated to EtCO₂ 35–45; FiO₂ 100% then wean; PEEP 5; I:E 1:2; alarms PIP 35, low MV 4, low PEEP 3, apnea 20 sec.
When in doubt, return to defaults. Change ONE thing at a time, reassess in 30 seconds, and document with vitals before and after.
PEARL — 5'10" rule of thumb: 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initial-settings" TargetMode="External"/><Relationship Id="rId2" Type="http://schemas.openxmlformats.org/officeDocument/2006/relationships/hyperlink" Target="vent-ltv1200.html?scenario=initial-setting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 Vocabulary &amp; Initial Settings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numbers every vented patient has. IBW math, the ARDSNet history, and how to defend any setting you turn.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 Knobs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and PEEP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Ratio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PIP, Pplat, and Driving Pressure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Math and Safe Initial Settings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Tidal Volume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 — How Much Air Per Breath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is the volume the ventilator delivers with each mandatory breath, measured in milliliters.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adult target: 6 to 8 mL per kilogram of IDEAL body weight. Lower (4 to 6 mL/kg IBW) for ARDS. Pediatric: 6 to 8 mL/kg of ACTUAL body weight.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matters. The 1990s standard was 10 to 12 mL/kg. ARDSNet ARMA (NEJM 2000) randomized 861 ARDS patients to 12 vs 6 mL/kg IBW. Mortality dropped from 39.8% to 31.0% (NNT 11).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low: dead space eats the breath; CO₂ rises despite normal-looking MV. Too high: alveolar over-distention, volutrauma. Always use IBW, not actual.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ARMA, NEJM 2000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861 ARDS patients to 12 mL/kg vs 6 mL/kg IBW. Mortality 39.8% vs 31.0%. NNT 11. The trial also kept Pplat &lt; 30 and paired PEEP with FiO₂.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Rate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Rate &amp; Minute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is the number of mandatory breaths per minute the vent delivers. Adult initial: 12 to 16, titrated to EtCO₂ 35 to 45.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(8 to 10) for asthma/COPD — let them exhale. Higher (18 to 22) in ARDS where Vt is reduced.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ventilation (MV) = RR × Vt. Adult target 6 to 8 L/min. For a 70 kg IBW adult: Vt 480 mL × RR 14 = 6.7 L/min, right in range.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LOW MV alarm at ~70% of expected MV. The apnea alarm fires after 20 seconds of no breath — by then the patient has been failing for a while.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Oxygenation Knobs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and PEEP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is the fraction of oxygen in the inspired gas. Range 0.21 (room air) to 1.00 (100%). Start at 100% on every fresh intubation; wean.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SpO₂ ≥ 92% (adult), ≥ 88% (COPD per GOLD), ≥ 94% (TBI per BTF). Hyperoxia post-ROSC worsens neurologic outcome — AHA recommends SpO₂ 90–98% after cardiac arrest (2025 update; previously 92–98%).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is the pressure remaining in airways at end-exhalation. Adult default 5 cmH₂O. ARDS uses 10–15 cmH₂O paired with FiO₂ per the ARDSNet table.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recruits collapsed alveoli — the fix for shunt physiology. It also reduces preload, which can drop BP in volume-depleted patients. Pair PEEP with FiO₂ together, not separately.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alone won't fix shunt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· Timing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I:E Ratio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is the ratio of inspiratory time to expiratory time. Adult default is 1:2 — inspiration takes half as long as exhalation.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obstructive disease (asthma, COPD), set 1:4 or 1:5. Let the patient exhale. Forcing the rate up traps gas (auto-PEEP), drops blood pressure, and risks barotrauma.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LTV: you set inspiratory TIME in seconds (typically 1.0 to 1.2 in adults). The screen calculates the I:E.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expiratory flow waveform. If it doesn't return to zero before the next breath starts, you have auto-PEEP. Slow the rate and lengthen exhalation.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· Pressures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PIP, Pplat, and Driving Pressure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Inspiratory Pressure (PIP): highest airway pressure during inspiration. Displayed continuously. Keep &lt; 35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Pressure (Pplat): airway pressure during a 0.5-second inspiratory hold (no flow). Reflects alveolar pressure / compliance. Keep &lt; 30 cmH₂O — ARDSNet protocol.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Math: PIP ≈ Pplat + (Resistance × Flow). High PIP + normal Pplat = AIRWAY problem (resistance). Both high = LUNG problem (compliance).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pressure (ΔP) = Pplat − PEEP. Amato et al. (NEJM 2015) reanalyzed nine ARDS RCTs and showed ΔP was the strongest mortality predictor. Each 7 cmH₂O rise increased mortality ~40%.</a:t>
            </a:r>
            <a:endParaRPr lang="en-US" sz="1550" dirty="0"/>
          </a:p>
        </p:txBody>
      </p:sp>
      <p:pic>
        <p:nvPicPr>
          <p:cNvPr id="6" name="Image 0" descr="/tmp/claude-0/-home-user-amr-kc-protocols/883711fe-5eaa-500f-ae13-4d63d2ddcc7e/scratchpad/pngs/pip_ppl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634454"/>
            <a:ext cx="4709160" cy="23206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· Defaults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IBW Math and Safe Initial Settings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Devine IBW formulas. Men: 50 + 2.3 × (inches over 60). Women: 45.5 + 2.3 × (inches over 60).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 5'6" man: 50 + 2.3 × 6 = 63.8 kg → safe Vt 380–510 mL. 5'10" woman: 45.5 + 2.3 × 10 = 68.5 kg → safe Vt 410–548 mL.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adult defaults to defend: AC/VC mode; Vt 6–8 mL/kg IBW; RR 14, titrated to EtCO₂ 35–45; FiO₂ 100% then wean; PEEP 5; I:E 1:2; alarms PIP 35, low MV 4, low PEEP 3, apnea 20 sec.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return to defaults. Change ONE thing at a time, reassess in 30 seconds, and document with vitals before and after.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5'10" rule of thumb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or Monitored?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items · Operator-Set Settings · Monitored Values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took the vent. Settings look weird.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5'6" male, 250 lb actual. Just intubated for hypoxic respiratory…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vent-ltv1200.html?scenario=initial-settings  —  Build safe initial settings on a freshly intubated patient — Vt by IBW, PEEP, and…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alone won't fix shunt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5'10" rule of thumb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2026-07-27T22:27:21Z</dcterms:created>
  <dcterms:modified xsi:type="dcterms:W3CDTF">2026-07-27T22:27:21Z</dcterms:modified>
</cp:coreProperties>
</file>