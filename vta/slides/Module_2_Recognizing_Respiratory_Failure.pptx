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give us the same diagnosis a few minutes earlier than the lab does. Don't wait for the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1 · Foundations</a:t>
            </a:r>
            <a:pPr indent="0" marL="0">
              <a:buNone/>
            </a:pPr>
            <a:r>
              <a:rPr lang="en-US" sz="1300" dirty="0">
                <a:solidFill>
                  <a:srgbClr val="8AA6C8"/>
                </a:solidFill>
                <a:latin typeface="Calibri" pitchFamily="34" charset="0"/>
                <a:ea typeface="Calibri" pitchFamily="34" charset="-122"/>
                <a:cs typeface="Calibri" pitchFamily="34" charset="-120"/>
              </a:rPr>
              <a:t>   ·   ~45 min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give us the same diagnosis a few minutes earlier than the lab does. Don't wait for the gas.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SpO₂ 95% → PaO₂ ≈ 80 mmHg.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SpO₂ 80% → PaO₂ ≈ 45 mmHg.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Practical implication: aim for SpO₂ 92–96%.</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Multiple observational studies show worse neurologic outcomes in cardiac arrest survivors maintained at PaO₂ &gt; 300 mmHg post-arrest. AHA recommends titrating FiO₂ to SpO₂ 90–98% post-ROSC (2025 AHA update; the prior target was 92–98%).</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vent-ltv1200.html?scenario=failure-type  —  Name the failure type from the monitor, then treat it — oxygenation vs ventilation.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give us the same diagnosis a few minutes earlier than the lab does.…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2026-07-26T23:56:28Z</dcterms:created>
  <dcterms:modified xsi:type="dcterms:W3CDTF">2026-07-26T23:56:28Z</dcterms:modified>
</cp:coreProperties>
</file>